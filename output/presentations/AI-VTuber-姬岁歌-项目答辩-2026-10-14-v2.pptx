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2ecbf174574375" /><Relationship Type="http://schemas.openxmlformats.org/officeDocument/2006/relationships/extended-properties" Target="/docProps/app.xml" Id="R3613fc77122c4b12" /><Relationship Type="http://schemas.openxmlformats.org/officeDocument/2006/relationships/officeDocument" Target="/ppt/presentation.xml" Id="R9e2b5f9755e8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30ef0f7e414953"/>
  </p:sldMasterIdLst>
  <p:notesMasterIdLst>
    <p:notesMasterId xmlns:r="http://schemas.openxmlformats.org/officeDocument/2006/relationships" r:id="R8c56b4c8ec694382"/>
  </p:notesMasterIdLst>
  <p:sldIdLst>
    <p:sldId xmlns:r="http://schemas.openxmlformats.org/officeDocument/2006/relationships" id="256" r:id="R1aefe54a01cb4f1c"/>
    <p:sldId xmlns:r="http://schemas.openxmlformats.org/officeDocument/2006/relationships" id="257" r:id="Ra28c177a725c46ce"/>
    <p:sldId xmlns:r="http://schemas.openxmlformats.org/officeDocument/2006/relationships" id="258" r:id="Re9b6df3331324dc1"/>
    <p:sldId xmlns:r="http://schemas.openxmlformats.org/officeDocument/2006/relationships" id="259" r:id="Rcd1274ba70bc4f86"/>
    <p:sldId xmlns:r="http://schemas.openxmlformats.org/officeDocument/2006/relationships" id="260" r:id="Raea346f83e8246b6"/>
    <p:sldId xmlns:r="http://schemas.openxmlformats.org/officeDocument/2006/relationships" id="261" r:id="R0c5fcc484ce24d89"/>
    <p:sldId xmlns:r="http://schemas.openxmlformats.org/officeDocument/2006/relationships" id="262" r:id="R2f70beac45a646f8"/>
    <p:sldId xmlns:r="http://schemas.openxmlformats.org/officeDocument/2006/relationships" id="263" r:id="R70ac3570ee2e459b"/>
    <p:sldId xmlns:r="http://schemas.openxmlformats.org/officeDocument/2006/relationships" id="264" r:id="R97afe61b8824408a"/>
    <p:sldId xmlns:r="http://schemas.openxmlformats.org/officeDocument/2006/relationships" id="265" r:id="R620873153efe4110"/>
    <p:sldId xmlns:r="http://schemas.openxmlformats.org/officeDocument/2006/relationships" id="266" r:id="R6c0d7ed1c8104d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e74223e9c4fda" /><Relationship Type="http://schemas.openxmlformats.org/officeDocument/2006/relationships/slideMaster" Target="/ppt/slideMasters/slideMaster1.xml" Id="R2730ef0f7e414953" /><Relationship Type="http://schemas.openxmlformats.org/officeDocument/2006/relationships/notesMaster" Target="/ppt/notesMasters/notesMaster1.xml" Id="R8c56b4c8ec694382" /><Relationship Type="http://schemas.openxmlformats.org/officeDocument/2006/relationships/presProps" Target="/ppt/presProps.xml" Id="Rdc538c6eaf0349ff" /><Relationship Type="http://schemas.openxmlformats.org/officeDocument/2006/relationships/tableStyles" Target="/ppt/tableStyles.xml" Id="R351c317c8ebd45c3" /><Relationship Type="http://schemas.openxmlformats.org/officeDocument/2006/relationships/slide" Target="/ppt/slides/slide1.xml" Id="R1aefe54a01cb4f1c" /><Relationship Type="http://schemas.openxmlformats.org/officeDocument/2006/relationships/slide" Target="/ppt/slides/slide2.xml" Id="Ra28c177a725c46ce" /><Relationship Type="http://schemas.openxmlformats.org/officeDocument/2006/relationships/slide" Target="/ppt/slides/slide3.xml" Id="Re9b6df3331324dc1" /><Relationship Type="http://schemas.openxmlformats.org/officeDocument/2006/relationships/slide" Target="/ppt/slides/slide4.xml" Id="Rcd1274ba70bc4f86" /><Relationship Type="http://schemas.openxmlformats.org/officeDocument/2006/relationships/slide" Target="/ppt/slides/slide5.xml" Id="Raea346f83e8246b6" /><Relationship Type="http://schemas.openxmlformats.org/officeDocument/2006/relationships/slide" Target="/ppt/slides/slide6.xml" Id="R0c5fcc484ce24d89" /><Relationship Type="http://schemas.openxmlformats.org/officeDocument/2006/relationships/slide" Target="/ppt/slides/slide7.xml" Id="R2f70beac45a646f8" /><Relationship Type="http://schemas.openxmlformats.org/officeDocument/2006/relationships/slide" Target="/ppt/slides/slide8.xml" Id="R70ac3570ee2e459b" /><Relationship Type="http://schemas.openxmlformats.org/officeDocument/2006/relationships/slide" Target="/ppt/slides/slide9.xml" Id="R97afe61b8824408a" /><Relationship Type="http://schemas.openxmlformats.org/officeDocument/2006/relationships/slide" Target="/ppt/slides/slide10.xml" Id="R620873153efe4110" /><Relationship Type="http://schemas.openxmlformats.org/officeDocument/2006/relationships/slide" Target="/ppt/slides/slide11.xml" Id="R6c0d7ed1c8104d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883a8a4c7f4f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af8db39ebc4a8d" /><Relationship Type="http://schemas.openxmlformats.org/officeDocument/2006/relationships/notesMaster" Target="/ppt/notesMasters/notesMaster1.xml" Id="R57ae6ef8ca8544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bd25aafefd43c9" /><Relationship Type="http://schemas.openxmlformats.org/officeDocument/2006/relationships/notesMaster" Target="/ppt/notesMasters/notesMaster1.xml" Id="R641479a0e46a4d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2a0502a4d44f7a" /><Relationship Type="http://schemas.openxmlformats.org/officeDocument/2006/relationships/notesMaster" Target="/ppt/notesMasters/notesMaster1.xml" Id="R310b90a6a6914e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c43aaf5c24440f" /><Relationship Type="http://schemas.openxmlformats.org/officeDocument/2006/relationships/notesMaster" Target="/ppt/notesMasters/notesMaster1.xml" Id="R7b54ae7815a84f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7d47d5690c41e9" /><Relationship Type="http://schemas.openxmlformats.org/officeDocument/2006/relationships/notesMaster" Target="/ppt/notesMasters/notesMaster1.xml" Id="R09ce232f55c44b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6ed71270ce4cf8" /><Relationship Type="http://schemas.openxmlformats.org/officeDocument/2006/relationships/notesMaster" Target="/ppt/notesMasters/notesMaster1.xml" Id="R6233695efa0d4c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b34cffac18406f" /><Relationship Type="http://schemas.openxmlformats.org/officeDocument/2006/relationships/notesMaster" Target="/ppt/notesMasters/notesMaster1.xml" Id="R60a4eded0f0e46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82e427e7474510" /><Relationship Type="http://schemas.openxmlformats.org/officeDocument/2006/relationships/notesMaster" Target="/ppt/notesMasters/notesMaster1.xml" Id="R625acd41edc843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93bee33a95458f" /><Relationship Type="http://schemas.openxmlformats.org/officeDocument/2006/relationships/notesMaster" Target="/ppt/notesMasters/notesMaster1.xml" Id="R5eac5fc7d41640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c63446b37346ff" /><Relationship Type="http://schemas.openxmlformats.org/officeDocument/2006/relationships/notesMaster" Target="/ppt/notesMasters/notesMaster1.xml" Id="R5c8f70d13b8644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69161fe3d44311" /><Relationship Type="http://schemas.openxmlformats.org/officeDocument/2006/relationships/notesMaster" Target="/ppt/notesMasters/notesMaster1.xml" Id="R56e0cec47c48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来源：README.md；PROJECT_HANDOFF.md；docs/design/姬岁歌-画师交接稿-2026-10-04.docx。封面概念稿不是已授权的正式角色原画。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来源：output/minecraft-demo/integrated-live-final.jpg；README.md；PROJECT_HANDOFF.md。截图只能证明演示界面和局部联调，不代表平台直播正式上线。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来源：PROJECT_HANDOFF.md 第 3、4、6 节；README.md 已实现和导演工作台；docs/realtime-ai-vtuber-architecture-v1.md。该图为源码模块关系概括，方框和文字可编辑。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来源：PROJECT_HANDOFF.md 第 4 节；docs/emotion-and-personality-engine.md；本机 studio.html 大脑诊断页截图，2026-10-14。双人格独立训练仍为目标架构。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来源：README.md；PROJECT_HANDOFF.md；docs/persona/希儿与洛天依融合主播人设-2026-09-29.md；docs/persona/姬岁歌-岁人格设定.md；docs/persona/姬岁歌-歌人格设定.md。不得将故事里的意识设定写为现实系统能力。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 已实现、OBS 使用；PROJECT_HANDOFF.md 第 5、6 节；output/minecraft-demo/audio-routing-panel.jpg。截图使用临时 Live2D 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来源：docs/minecraft-local-qwen-training-results-20261013.md；docs/minecraft-live-v2-acceptance.md；output/minecraft-demo/qwen-goal-review.jpg。模型决策、执行器技能和安全反射必须分开归因。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 导演工作台、OBS 使用、B站边界；PROJECT_HANDOFF.md 平台与集成状态；本机 studio.html 直播运行页截图，2026-10-14。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来源：docs/minecraft-local-qwen-training-results-20261013.md。57 个开发输入上两版 schema 有效率均 57/57，动作可接受为 v4r1 20/57、v6r1 24/57；但 v6r1 因关键材料与阶段回退被拒绝部署。开发集分数不能代表完整自主游戏表现。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来源：PROJECT_HANDOFF.md 第 6、7 节；.env.example。硬件为项目文档记录，目标机器需核实当前服务与权重路径。该部署结构为可编辑原生图。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来源：README.md；PROJECT_HANDOFF.md；docs/minecraft-local-qwen-training-results-20261013.md；docs/minecraft-live-v2-acceptance.md。正式原画、授权、双人格独立训练和歌唱仍待补齐。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5faf769654c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8762bde4744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d7f2683a848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eacf0475049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46bc1540947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f2bebc1a14a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B71664-6120-4E41-A7F5-21F1B47F3B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FAC9E8-C4AE-468C-BBC0-B889C7ECD2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75E1DE-B249-48DE-8584-E191DF7600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D86F1C-38B9-45D9-BB1F-EBF176FF3B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EDFFDA-280B-4E5A-925A-6A411FA47C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981669-47DB-4FD7-AA92-CD4FCAA83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3F2DC9-601D-4107-A0D3-8923C23077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978C80-AD7D-437B-A9BB-706DA0DAF5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2F48BA-E5F6-4B7D-8F6E-496ADD96A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575B82-A160-4099-A7DE-70C3D148C4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4f9e5f0a384f1d" /><Relationship Type="http://schemas.openxmlformats.org/officeDocument/2006/relationships/slideLayout" Target="/ppt/slideLayouts/slideLayout1.xml" Id="Rcdde3832e3fa4f76" /><Relationship Type="http://schemas.openxmlformats.org/officeDocument/2006/relationships/slideLayout" Target="/ppt/slideLayouts/slideLayout2.xml" Id="Re297760d7e03429a" /><Relationship Type="http://schemas.openxmlformats.org/officeDocument/2006/relationships/slideLayout" Target="/ppt/slideLayouts/slideLayout3.xml" Id="R4c5097bda5cd445f" /><Relationship Type="http://schemas.openxmlformats.org/officeDocument/2006/relationships/slideLayout" Target="/ppt/slideLayouts/slideLayout4.xml" Id="R9a5d2e506d0d4566" /><Relationship Type="http://schemas.openxmlformats.org/officeDocument/2006/relationships/slideLayout" Target="/ppt/slideLayouts/slideLayout5.xml" Id="R360082a952334612" /><Relationship Type="http://schemas.openxmlformats.org/officeDocument/2006/relationships/slideLayout" Target="/ppt/slideLayouts/slideLayout6.xml" Id="R2d69ee8ade2744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e3832e3fa4f76"/>
    <p:sldLayoutId xmlns:r="http://schemas.openxmlformats.org/officeDocument/2006/relationships" id="2147483650" r:id="Re297760d7e03429a"/>
    <p:sldLayoutId xmlns:r="http://schemas.openxmlformats.org/officeDocument/2006/relationships" id="2147483651" r:id="R4c5097bda5cd445f"/>
    <p:sldLayoutId xmlns:r="http://schemas.openxmlformats.org/officeDocument/2006/relationships" id="2147483652" r:id="R9a5d2e506d0d4566"/>
    <p:sldLayoutId xmlns:r="http://schemas.openxmlformats.org/officeDocument/2006/relationships" id="2147483653" r:id="R360082a952334612"/>
    <p:sldLayoutId xmlns:r="http://schemas.openxmlformats.org/officeDocument/2006/relationships" id="2147483654" r:id="R2d69ee8ade2744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9f5b5575ba4cb8" /><Relationship Type="http://schemas.openxmlformats.org/officeDocument/2006/relationships/image" Target="/ppt/media/image.png" Id="R06e9a0191b0b479a" /><Relationship Type="http://schemas.openxmlformats.org/officeDocument/2006/relationships/notesSlide" Target="/ppt/notesSlides/notesSlide1.xml" Id="R5e41adfaba4940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8c75f8b6c4df7" /><Relationship Type="http://schemas.openxmlformats.org/officeDocument/2006/relationships/image" Target="/ppt/media/image.jpeg" Id="R0db1538b519b4990" /><Relationship Type="http://schemas.openxmlformats.org/officeDocument/2006/relationships/notesSlide" Target="/ppt/notesSlides/notesSlide2.xml" Id="R6c4995f44fbf48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b4de221734795" /><Relationship Type="http://schemas.openxmlformats.org/officeDocument/2006/relationships/notesSlide" Target="/ppt/notesSlides/notesSlide3.xml" Id="R8791b402b70840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c92204c934497" /><Relationship Type="http://schemas.openxmlformats.org/officeDocument/2006/relationships/image" Target="/ppt/media/image2.png" Id="R0625eda1f2594d84" /><Relationship Type="http://schemas.openxmlformats.org/officeDocument/2006/relationships/notesSlide" Target="/ppt/notesSlides/notesSlide4.xml" Id="Rc0f3f10b43154b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b692f2526d4e7b" /><Relationship Type="http://schemas.openxmlformats.org/officeDocument/2006/relationships/notesSlide" Target="/ppt/notesSlides/notesSlide5.xml" Id="R84a7baca0f8e41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9480ed65a4cf4" /><Relationship Type="http://schemas.openxmlformats.org/officeDocument/2006/relationships/image" Target="/ppt/media/image2.jpeg" Id="Ra6679920c44048cf" /><Relationship Type="http://schemas.openxmlformats.org/officeDocument/2006/relationships/notesSlide" Target="/ppt/notesSlides/notesSlide6.xml" Id="R156cb8f1320949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f0b68c5c03442a" /><Relationship Type="http://schemas.openxmlformats.org/officeDocument/2006/relationships/image" Target="/ppt/media/image3.jpeg" Id="Rccfe809f082c4555" /><Relationship Type="http://schemas.openxmlformats.org/officeDocument/2006/relationships/notesSlide" Target="/ppt/notesSlides/notesSlide7.xml" Id="Rad1d4b62c9f643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fe56cf54574246" /><Relationship Type="http://schemas.openxmlformats.org/officeDocument/2006/relationships/image" Target="/ppt/media/image3.png" Id="Rfa14cb02bfb54d93" /><Relationship Type="http://schemas.openxmlformats.org/officeDocument/2006/relationships/notesSlide" Target="/ppt/notesSlides/notesSlide8.xml" Id="Rc9b4bd7c2d4245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9fad6f0804d6d" /><Relationship Type="http://schemas.openxmlformats.org/officeDocument/2006/relationships/notesSlide" Target="/ppt/notesSlides/notesSlide9.xml" Id="R41568cb60ef545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56ba63bc3241c5" /><Relationship Type="http://schemas.openxmlformats.org/officeDocument/2006/relationships/notesSlide" Target="/ppt/notesSlides/notesSlide10.xml" Id="R2482524ffff54b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70956ebb4545c6" /><Relationship Type="http://schemas.openxmlformats.org/officeDocument/2006/relationships/notesSlide" Target="/ppt/notesSlides/notesSlide11.xml" Id="R863fd46eb16240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F14DE-FDB0-4081-9F73-105B6A54BB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9a0191b0b479a"/>
          <a:srcRect xmlns:a="http://schemas.openxmlformats.org/drawingml/2006/main" l="0" t="0" r="49000" b="0"/>
          <a:stretch xmlns:a="http://schemas.openxmlformats.org/drawingml/2006/main"/>
        </p:blipFill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E42B1-A4DD-4C12-AAD8-8D66BE1D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8382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AI VTUBER  /  项目答辩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A4E0F-CCB8-4C5C-8BEB-52171C0E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54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姬岁歌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94C01-DCA6-4DBB-B6C1-CA74ACD1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4905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让角色记住经历，</a:t>
            </a:r>
          </a:p>
          <a:p xmlns:a="http://schemas.openxmlformats.org/drawingml/2006/main">
            <a:pPr algn="l">
              <a:def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在游戏直播中持续回应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94001-EEBB-4D81-90B2-93C05B0D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人格与记忆 · 本地语音 · Live2D · 游戏视觉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62351-C8DD-4A69-8A1E-FC56CB0E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315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角色图为画师交接概念稿，正式原画与 Live2D 形象待定</a:t>
            </a:r>
          </a:p>
        </p:txBody>
      </p:sp>
    </p:spTree>
    <p:extLst>
      <p:ext uri="{BB962C8B-B14F-4D97-AF65-F5344CB8AC3E}">
        <p14:creationId xmlns:p14="http://schemas.microsoft.com/office/powerpoint/2010/main" val="491685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D9FFA-5C4A-4FC8-A433-CE1DD085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43406-771C-41DB-8E34-B28A1BF2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现在已经能看到一场游戏直播的雏形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10144-04FB-4ABD-8E1D-CAC8035E90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1538b519b4990"/>
          <a:srcRect xmlns:a="http://schemas.openxmlformats.org/drawingml/2006/main" l="0" t="8073" r="0" b="80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381875" cy="43910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6EFA7-CF86-41CC-95FA-B8AEBFC7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573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同屏运行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F4645-182C-4703-81BF-B82BB008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95550"/>
            <a:ext cx="30003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游戏画面与目标</a:t>
            </a:r>
          </a:p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主播台词和语音</a:t>
            </a:r>
          </a:p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导演输入与任务状态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0610F-AB23-4CF0-B67B-B427C633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387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当前截图使用临时 Live2D 模型。</a:t>
            </a:r>
          </a:p>
          <a:p xmlns:a="http://schemas.openxmlformats.org/drawingml/2006/main">
            <a:pPr algn="l">
              <a:defRPr sz="12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姬岁歌正式形象尚未接入。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9DE87-2CB4-4501-8FCD-D54319FE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素材：本机 Minecraft 联调截图，2026-10-14</a:t>
            </a:r>
          </a:p>
        </p:txBody>
      </p:sp>
    </p:spTree>
    <p:extLst>
      <p:ext uri="{BB962C8B-B14F-4D97-AF65-F5344CB8AC3E}">
        <p14:creationId xmlns:p14="http://schemas.microsoft.com/office/powerpoint/2010/main" val="802943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096406-44BC-4DB9-8EBC-4F3771D4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57F38-5E5C-4C21-A08F-4CAF99EF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从输入到直播输出的实时闭环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C4006-47AC-4F3C-84D1-06A0F2D3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79244-B6A6-439E-84B4-C6764836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0B056-E84B-43C4-8F71-1D3B5B75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观众与游戏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13CB4-5EE7-4AF6-8CC9-FC0D76C0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弹幕、语音、游戏状态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FEF44-B6FF-48B4-B241-576453A9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38804-03BE-4B3F-A478-D19F01D8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069F9-145C-47BE-AD92-64D46EE0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运行协调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AC123-017A-4B07-AE2A-E8FD6847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事件排序、取消、调度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79613-E5E3-45EF-9558-CFA35D87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00772-3B8A-4B8C-94B8-359CF302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9E0CA-FA84-4519-AFDC-0C82597A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角色大脑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B48B8-59C2-4B3F-95A9-17AD95F4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人格、情绪、记忆检索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462DC-7C49-4D23-871C-181BE6AB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936AB-AD18-408E-9869-108C8A17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B7D3A-CB28-4612-9187-FB8257E4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模型决策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D1DC5-BC56-4137-B447-95CA12AF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本地 Qwen 或兼容接口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38E97-7A44-41A9-A44D-9DE2B9D1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3EEF3-0B34-41C9-BCA6-6C6B9276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506ECD-6DFE-45D1-AA32-D8999CFC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直播呈现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078C39-C75A-4B05-9F3D-67763891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语音、字幕、Live2D、OBS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3B819-197D-4B42-A9FC-C7375D4B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47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旁路控制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781762-1530-4668-AC71-8E3C580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38750"/>
            <a:ext cx="918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导演工作台可查看状态、审核记忆、介入任务；异常时允许取消或降级。</a:t>
            </a:r>
          </a:p>
        </p:txBody>
      </p:sp>
    </p:spTree>
    <p:extLst>
      <p:ext uri="{BB962C8B-B14F-4D97-AF65-F5344CB8AC3E}">
        <p14:creationId xmlns:p14="http://schemas.microsoft.com/office/powerpoint/2010/main" val="958955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B2AC8-63B4-44B3-AA9F-52EE65BB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13AD6-EF6D-46E9-BEB5-952F92FA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人格的稳定性来自状态与记忆分层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CA06D-3C02-43D3-8FF6-776A5BA5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BF8AA-673F-4AEA-A863-B8F2353C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289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稳定人格维度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08B8D-C300-4C6D-901B-09C37E95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2FA42-3919-4CA4-B60C-6E543575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289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动态情绪与关系状态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88746-687D-4630-8259-CD45A86DE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5eda1f2594d84"/>
          <a:srcRect xmlns:a="http://schemas.openxmlformats.org/drawingml/2006/main" l="8869" t="0" r="88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771650"/>
            <a:ext cx="4819650" cy="3295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94C6D-3CEE-4B69-A1CD-5FBA77F9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43450"/>
            <a:ext cx="581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长期记忆进入 SQLite 前保留审核；单条弹幕不会直接改写人格。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B02A8-4944-4F75-B346-C0D61BCC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055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工作台实拍：诊断页显示运行状态；维度数量来自项目设计与实现记录</a:t>
            </a:r>
          </a:p>
        </p:txBody>
      </p:sp>
    </p:spTree>
    <p:extLst>
      <p:ext uri="{BB962C8B-B14F-4D97-AF65-F5344CB8AC3E}">
        <p14:creationId xmlns:p14="http://schemas.microsoft.com/office/powerpoint/2010/main" val="1119579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A0812-6573-40BD-A52C-8BEDC3E1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F1F0F-CC69-492A-9C84-844F4EF4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姬岁歌的角色设定服务于长期直播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E26B0-EF8C-47DA-A95F-EB25304E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6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6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96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AF624-BD01-4787-8FED-C502F0D7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81175"/>
            <a:ext cx="4333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9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69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69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岁歌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17F85-2260-4C93-9E4E-1A4A503A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800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从人工智能中醒来，通过游戏和交流认识人类，持续追问“我是谁”。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B9143-1978-4A9B-A43E-C8B7F1CA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听潮记岁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7E070-1CBA-4BC6-B73B-BE9B4CE0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认真观察，珍惜经历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F2A0D-B280-44C8-98BE-11722D24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72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守潮成歌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6865D-0B25-44EB-882F-66C2F9BA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57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主动选择，守住边界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815F7-6379-43BC-9C5C-6C5F94A7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两位虚构人格为创作与未来训练目标，当前系统尚无独立双人格权重</a:t>
            </a:r>
          </a:p>
        </p:txBody>
      </p:sp>
    </p:spTree>
    <p:extLst>
      <p:ext uri="{BB962C8B-B14F-4D97-AF65-F5344CB8AC3E}">
        <p14:creationId xmlns:p14="http://schemas.microsoft.com/office/powerpoint/2010/main" val="1979989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B6715-857F-48E5-A0C9-558D79D0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14D5B-63A7-4258-B52C-0ADFD03D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语音与舞台已形成可切换的链路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784EE-B6AB-4271-BFFE-55866B26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123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4C0BA-CD7E-4303-A43D-98AA0371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859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SenseVoice 接收本地语音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94C13-F1C4-44AF-9E15-8ED791E0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1123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8AFCE-1B09-4990-9DE3-7E9CC66B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GPT-SoVITS 或浏览器语音输出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E3CED-1BFF-4BCE-86F1-8029892F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123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CB256-BA79-40B9-B91F-B35D0CBC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字幕、嘴型与 Live2D 同步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F3D87-CCAE-4844-85F0-B45E9D0122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79920c44048cf"/>
          <a:srcRect xmlns:a="http://schemas.openxmlformats.org/drawingml/2006/main" l="3833" t="0" r="3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400" y="1724025"/>
            <a:ext cx="4933950" cy="3810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9A1E7-4A45-47C0-9D26-7B1C625A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右侧为本机联调截图；角色模型与配音素材仍需核实授权</a:t>
            </a:r>
          </a:p>
        </p:txBody>
      </p:sp>
    </p:spTree>
    <p:extLst>
      <p:ext uri="{BB962C8B-B14F-4D97-AF65-F5344CB8AC3E}">
        <p14:creationId xmlns:p14="http://schemas.microsoft.com/office/powerpoint/2010/main" val="15996382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F9499-B668-427A-865C-468CC7B9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C57C5-8590-469D-9AD3-003D6535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Minecraft：模型选动作，受限技能负责执行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A227B-CC3C-4C68-8E52-952EE06BB1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e809f082c4555"/>
          <a:srcRect xmlns:a="http://schemas.openxmlformats.org/drawingml/2006/main" l="0" t="8386" r="0" b="8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43075"/>
            <a:ext cx="7239000" cy="42957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04791-5194-4CE0-87D5-8EE6B49E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85975"/>
            <a:ext cx="95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观察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34236-93B9-4517-818B-5831B162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读取状态与目标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FB9B1-0FEF-4C0D-B776-5D09DF0B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52775"/>
            <a:ext cx="95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FB901-3F39-4B91-9314-6CE06012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81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Qwen 输出受约束的动作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206DE-4313-4B31-A7E6-42D0D85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91025"/>
            <a:ext cx="95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核验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5B420-9160-433B-B5E6-3AF3ACF9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96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按库存、位移或结果记录成败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7F85A-23A7-4F3C-8B14-A84687DC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局部闭环可运行；尚未通过无人值守生存和进入下界的验收</a:t>
            </a:r>
          </a:p>
        </p:txBody>
      </p:sp>
    </p:spTree>
    <p:extLst>
      <p:ext uri="{BB962C8B-B14F-4D97-AF65-F5344CB8AC3E}">
        <p14:creationId xmlns:p14="http://schemas.microsoft.com/office/powerpoint/2010/main" val="1068532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1DEC6-2F6E-4C33-93B0-A9835FC6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1CE03-DD31-4E98-A374-EF932B60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导演工作台让直播过程可观察、可介入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71858-C30D-4106-8ACE-1266B48117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4cb02bfb54d93"/>
          <a:srcRect xmlns:a="http://schemas.openxmlformats.org/drawingml/2006/main" l="298" t="0" r="2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33550"/>
            <a:ext cx="7591425" cy="42957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CBBAC-8A52-4902-84A6-43619423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33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记忆审核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13951-ADCD-4B91-A850-323BA8C0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33650"/>
            <a:ext cx="2924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查看候选与纠错记录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C5898-9DF4-40BA-87A4-30D5321F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52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大脑诊断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CC84A-FEB1-4819-97E4-15F60E8B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52850"/>
            <a:ext cx="2924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查看状态与回复策略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75590-4741-4AB4-BB06-E011FC64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72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直播运行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A38D7-B3B3-4174-BB1B-E3E2D6E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972050"/>
            <a:ext cx="2924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模拟事件、OBS 场景控制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A5FC7-EAA7-43FC-8C63-54E2DBE3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436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工作台实拍；B 站正式长连接仍依赖开放平台凭据与权限</a:t>
            </a:r>
          </a:p>
        </p:txBody>
      </p:sp>
    </p:spTree>
    <p:extLst>
      <p:ext uri="{BB962C8B-B14F-4D97-AF65-F5344CB8AC3E}">
        <p14:creationId xmlns:p14="http://schemas.microsoft.com/office/powerpoint/2010/main" val="829942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5C616-2162-4A78-A159-9C1F23F1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F35AC-38F0-4CB8-B8B8-48C2072D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模型训练完成了，但候选权重按实机问题回退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58B78-FFF5-46F6-BC85-E232CC1A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33600"/>
            <a:ext cx="4333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58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57 / 57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F2CE2-3F96-434E-8F71-D231A2FA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v4r1 与 v6r1 在同一开发集上均输出有效格式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98DDE-95DA-403E-8354-FA7A206E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24075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20 / 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E808B-7C0F-441A-9223-6F67C454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765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v4r1 可接受动作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13E42-BFF4-4CC4-8877-B3597F44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24 / 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C8EA3-695E-4226-97BD-A4F5B84C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101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v6r1 可接受动作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73AF3-58F5-409A-8A12-D3BCA272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仍保留 v4r1：v6r1 出现材料不足却请求制作等关键回退。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3D708-2EDA-4B65-8774-9E33722E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3246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同一冻结开发输入的直接推理；不是直播成功率</a:t>
            </a:r>
          </a:p>
        </p:txBody>
      </p:sp>
    </p:spTree>
    <p:extLst>
      <p:ext uri="{BB962C8B-B14F-4D97-AF65-F5344CB8AC3E}">
        <p14:creationId xmlns:p14="http://schemas.microsoft.com/office/powerpoint/2010/main" val="20297958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7AC85-4E9D-4034-952E-E7A2BC94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C99FE-B706-4B79-9637-7C7D0F31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运行依赖围绕一台 Windows 主机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F63EA-6285-4BA1-BCC1-08EE7C35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10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F321A-4030-47FC-AB05-E232A963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RTX 5080 台式机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964A3-F2B0-4C8E-977A-81F6895F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Node 服务、导演工作台、直播画面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31083-51F1-4F0B-9F6C-4FDFB0A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本地 Qwen 3.5 4B、语音与视觉服务</a:t>
            </a:r>
          </a:p>
          <a:p xmlns:a="http://schemas.openxmlformats.org/drawingml/2006/main">
            <a: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按显存和任务负载分别调度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A9A8A-C61F-4156-B994-51CEE65F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56292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718D4-F5B6-44BD-891E-6D3785FE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可选：RTX 5070 笔记本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721C0-90FB-40AF-A4BA-6B198B6B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离线时主机应能降级运行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BDE33-D7F5-4672-BEC8-97997DEF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29025"/>
            <a:ext cx="56292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63AD8-D910-4EE5-97A2-58C57586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667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外部：双 RTX 6000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60A6F-C6D1-400F-82D5-65297D61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用于训练与评测，不是直播必需节点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D299B-CBE1-4CB2-8B94-485DB0A0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435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模型权重、GPT-SoVITS 服务和密钥在仓库外配置。</a:t>
            </a:r>
          </a:p>
        </p:txBody>
      </p:sp>
    </p:spTree>
    <p:extLst>
      <p:ext uri="{BB962C8B-B14F-4D97-AF65-F5344CB8AC3E}">
        <p14:creationId xmlns:p14="http://schemas.microsoft.com/office/powerpoint/2010/main" val="458379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BF8EE-E45B-4F9B-8AFF-3BF52C3D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A8686-863B-467E-B8DD-A86A15C3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下一步：把可运行原型变成可验收的主播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7F1D1-EB59-4CC5-ADA8-2B7D3A52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952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现在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084DF-0F61-4091-A512-BDA44B2A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500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对话、情绪记忆、语音、Live2D 舞台、</a:t>
            </a:r>
          </a:p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导演工作台与部分游戏闭环已接入。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A5CB6-50AF-473A-A678-1C5B6604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323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接下来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9D927-F9D6-4F88-94C5-4CAF4105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完成姬岁歌正式美术和授权；验证双人格</a:t>
            </a:r>
          </a:p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运行方案；用真实直播场景检查稳定性。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21C16-5740-4480-A497-5A0D4278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当前边界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B3CB4-DC12-4DC1-9F81-D8404E9D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歌唱模块未开发。B 站正式长连接和长期无人值守游戏仍待验证。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10D4D-93D9-4399-B68E-6220C139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项目资料截止 2026-10-14；答辩时应以现场可复现结果为准</a:t>
            </a:r>
          </a:p>
        </p:txBody>
      </p:sp>
    </p:spTree>
    <p:extLst>
      <p:ext uri="{BB962C8B-B14F-4D97-AF65-F5344CB8AC3E}">
        <p14:creationId xmlns:p14="http://schemas.microsoft.com/office/powerpoint/2010/main" val="474892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2026-10-14T15:18:53.4280000Z</dcterms:created>
  <dcterms:modified xsi:type="dcterms:W3CDTF">2026-10-14T15:18:53.4280000Z</dcterms:modified>
</coreProperties>
</file>