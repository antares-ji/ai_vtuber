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c7cedc718f493a" /><Relationship Type="http://schemas.openxmlformats.org/officeDocument/2006/relationships/extended-properties" Target="/docProps/app.xml" Id="R159032009a7b409a" /><Relationship Type="http://schemas.openxmlformats.org/officeDocument/2006/relationships/officeDocument" Target="/ppt/presentation.xml" Id="R558110f99089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a6e71f0594709"/>
  </p:sldMasterIdLst>
  <p:notesMasterIdLst>
    <p:notesMasterId xmlns:r="http://schemas.openxmlformats.org/officeDocument/2006/relationships" r:id="R17c4c968f4b749db"/>
  </p:notesMasterIdLst>
  <p:sldIdLst>
    <p:sldId xmlns:r="http://schemas.openxmlformats.org/officeDocument/2006/relationships" id="256" r:id="R2e59c9900b4b4143"/>
    <p:sldId xmlns:r="http://schemas.openxmlformats.org/officeDocument/2006/relationships" id="257" r:id="Rdeaf32ec28c44dbc"/>
    <p:sldId xmlns:r="http://schemas.openxmlformats.org/officeDocument/2006/relationships" id="258" r:id="R725803c8e3eb4b11"/>
    <p:sldId xmlns:r="http://schemas.openxmlformats.org/officeDocument/2006/relationships" id="259" r:id="R0f9c53c130c4447c"/>
    <p:sldId xmlns:r="http://schemas.openxmlformats.org/officeDocument/2006/relationships" id="260" r:id="Raf38d79ea6f74364"/>
    <p:sldId xmlns:r="http://schemas.openxmlformats.org/officeDocument/2006/relationships" id="261" r:id="Rabc101369d1b4b7e"/>
    <p:sldId xmlns:r="http://schemas.openxmlformats.org/officeDocument/2006/relationships" id="262" r:id="R2c77fb8b69104e1c"/>
    <p:sldId xmlns:r="http://schemas.openxmlformats.org/officeDocument/2006/relationships" id="263" r:id="R3204993cf1b946b8"/>
    <p:sldId xmlns:r="http://schemas.openxmlformats.org/officeDocument/2006/relationships" id="264" r:id="Rc8b7a5437b004d27"/>
    <p:sldId xmlns:r="http://schemas.openxmlformats.org/officeDocument/2006/relationships" id="265" r:id="R1be6aef8b1a14cca"/>
    <p:sldId xmlns:r="http://schemas.openxmlformats.org/officeDocument/2006/relationships" id="266" r:id="R0945fe7d4e0f41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c4be9644fc4f09" /><Relationship Type="http://schemas.openxmlformats.org/officeDocument/2006/relationships/slideMaster" Target="/ppt/slideMasters/slideMaster1.xml" Id="R7b2a6e71f0594709" /><Relationship Type="http://schemas.openxmlformats.org/officeDocument/2006/relationships/notesMaster" Target="/ppt/notesMasters/notesMaster1.xml" Id="R17c4c968f4b749db" /><Relationship Type="http://schemas.openxmlformats.org/officeDocument/2006/relationships/presProps" Target="/ppt/presProps.xml" Id="R18019581f3484268" /><Relationship Type="http://schemas.openxmlformats.org/officeDocument/2006/relationships/tableStyles" Target="/ppt/tableStyles.xml" Id="R49c5b8c8f79c4970" /><Relationship Type="http://schemas.openxmlformats.org/officeDocument/2006/relationships/slide" Target="/ppt/slides/slide1.xml" Id="R2e59c9900b4b4143" /><Relationship Type="http://schemas.openxmlformats.org/officeDocument/2006/relationships/slide" Target="/ppt/slides/slide2.xml" Id="Rdeaf32ec28c44dbc" /><Relationship Type="http://schemas.openxmlformats.org/officeDocument/2006/relationships/slide" Target="/ppt/slides/slide3.xml" Id="R725803c8e3eb4b11" /><Relationship Type="http://schemas.openxmlformats.org/officeDocument/2006/relationships/slide" Target="/ppt/slides/slide4.xml" Id="R0f9c53c130c4447c" /><Relationship Type="http://schemas.openxmlformats.org/officeDocument/2006/relationships/slide" Target="/ppt/slides/slide5.xml" Id="Raf38d79ea6f74364" /><Relationship Type="http://schemas.openxmlformats.org/officeDocument/2006/relationships/slide" Target="/ppt/slides/slide6.xml" Id="Rabc101369d1b4b7e" /><Relationship Type="http://schemas.openxmlformats.org/officeDocument/2006/relationships/slide" Target="/ppt/slides/slide7.xml" Id="R2c77fb8b69104e1c" /><Relationship Type="http://schemas.openxmlformats.org/officeDocument/2006/relationships/slide" Target="/ppt/slides/slide8.xml" Id="R3204993cf1b946b8" /><Relationship Type="http://schemas.openxmlformats.org/officeDocument/2006/relationships/slide" Target="/ppt/slides/slide9.xml" Id="Rc8b7a5437b004d27" /><Relationship Type="http://schemas.openxmlformats.org/officeDocument/2006/relationships/slide" Target="/ppt/slides/slide10.xml" Id="R1be6aef8b1a14cca" /><Relationship Type="http://schemas.openxmlformats.org/officeDocument/2006/relationships/slide" Target="/ppt/slides/slide11.xml" Id="R0945fe7d4e0f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aef6acd54542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a80403e0fd49bc" /><Relationship Type="http://schemas.openxmlformats.org/officeDocument/2006/relationships/notesMaster" Target="/ppt/notesMasters/notesMaster1.xml" Id="R7be9cdfb768a40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d49473dd2542c7" /><Relationship Type="http://schemas.openxmlformats.org/officeDocument/2006/relationships/notesMaster" Target="/ppt/notesMasters/notesMaster1.xml" Id="R6854e474ea6247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bc313a8a94411d" /><Relationship Type="http://schemas.openxmlformats.org/officeDocument/2006/relationships/notesMaster" Target="/ppt/notesMasters/notesMaster1.xml" Id="Ra5af66c1128f4c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63e431d6b34ec7" /><Relationship Type="http://schemas.openxmlformats.org/officeDocument/2006/relationships/notesMaster" Target="/ppt/notesMasters/notesMaster1.xml" Id="R8e207ae3096d4d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4535ba53fc4a02" /><Relationship Type="http://schemas.openxmlformats.org/officeDocument/2006/relationships/notesMaster" Target="/ppt/notesMasters/notesMaster1.xml" Id="R90bbfcbfae7d4b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1e49cf4f7447cc" /><Relationship Type="http://schemas.openxmlformats.org/officeDocument/2006/relationships/notesMaster" Target="/ppt/notesMasters/notesMaster1.xml" Id="Rffaa06ac2e6043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489d44312840ba" /><Relationship Type="http://schemas.openxmlformats.org/officeDocument/2006/relationships/notesMaster" Target="/ppt/notesMasters/notesMaster1.xml" Id="R1240f36d2cce48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e6cb88363348e1" /><Relationship Type="http://schemas.openxmlformats.org/officeDocument/2006/relationships/notesMaster" Target="/ppt/notesMasters/notesMaster1.xml" Id="Rf3690aa0e1d441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5838c879464b1c" /><Relationship Type="http://schemas.openxmlformats.org/officeDocument/2006/relationships/notesMaster" Target="/ppt/notesMasters/notesMaster1.xml" Id="Radc475781f5745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8253427c234724" /><Relationship Type="http://schemas.openxmlformats.org/officeDocument/2006/relationships/notesMaster" Target="/ppt/notesMasters/notesMaster1.xml" Id="Rea54e48eb89943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36b90f73054c8c" /><Relationship Type="http://schemas.openxmlformats.org/officeDocument/2006/relationships/notesMaster" Target="/ppt/notesMasters/notesMaster1.xml" Id="Rd06cb2916ad4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来源：README.md；PROJECT_HANDOFF.md；docs/design/姬岁歌-画师交接稿-2026-10-04.docx。封面概念稿不是已授权的正式角色原画。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来源：output/minecraft-demo/integrated-live-final.jpg；README.md；PROJECT_HANDOFF.md。截图只能证明演示界面和局部联调，不代表平台直播正式上线。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3、4、6 节；README.md 已实现和导演工作台；docs/realtime-ai-vtuber-architecture-v1.md。该图为源码模块关系概括，方框和文字可编辑。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4 节；docs/emotion-and-personality-engine.md；本机 studio.html 大脑诊断页截图，2026-10-14。双人格独立训练仍为目标架构。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来源：README.md；PROJECT_HANDOFF.md；docs/persona/希儿与洛天依融合主播人设-2026-09-29.md；docs/persona/姬岁歌-岁人格设定.md；docs/persona/姬岁歌-歌人格设定.md。不得将故事里的意识设定写为现实系统能力。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已实现、OBS 使用；PROJECT_HANDOFF.md 第 5、6 节；output/minecraft-demo/audio-routing-panel.jpg。截图使用临时 Live2D 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来源：docs/minecraft-local-qwen-training-results-20261013.md；docs/minecraft-live-v2-acceptance.md；output/minecraft-demo/qwen-goal-review.jpg。模型决策、执行器技能和安全反射必须分开归因。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导演工作台、OBS 使用、B站边界；PROJECT_HANDOFF.md 平台与集成状态；本机 studio.html 直播运行页截图，2026-10-14。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来源：docs/minecraft-local-qwen-training-results-20261013.md。57 个开发输入上两版 schema 有效率均 57/57，动作可接受为 v4r1 20/57、v6r1 24/57；但 v6r1 因关键材料与阶段回退被拒绝部署。开发集分数不能代表完整自主游戏表现。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6、7 节；.env.example。硬件为项目文档记录，目标机器需核实当前服务与权重路径。该部署结构为可编辑原生图。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来源：README.md；PROJECT_HANDOFF.md；docs/minecraft-local-qwen-training-results-20261013.md；docs/minecraft-live-v2-acceptance.md。正式原画、授权、双人格独立训练和歌唱仍待补齐。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5fb2aa9fa4e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1c7d063804b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d3e3be42848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63555a55949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d1254e0cf4a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8751a67c043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008183-FACA-4A02-9A9C-5ECB80DB2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14DFE9-C400-4C53-A7AA-64F20B5C52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EA81EC-F4B9-404E-92D1-A3C2E348B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571F9F-855D-425C-9AEA-316E87110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098F91-E355-467E-974D-2B1713722C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5ACFAC-DE38-4E10-8B02-4C158FA3B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821C0B-4452-4252-996E-BC3F4C719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F82FE3-C3E9-46B7-87BE-FC4A74988B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C88853-F9A3-48C9-9F25-432F32CF6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1A5E3F-FBE0-446C-AAF7-BCD762B3BC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3ffdddebf049a9" /><Relationship Type="http://schemas.openxmlformats.org/officeDocument/2006/relationships/slideLayout" Target="/ppt/slideLayouts/slideLayout1.xml" Id="R88b117186bed4d49" /><Relationship Type="http://schemas.openxmlformats.org/officeDocument/2006/relationships/slideLayout" Target="/ppt/slideLayouts/slideLayout2.xml" Id="R7a43d36d4d8d424b" /><Relationship Type="http://schemas.openxmlformats.org/officeDocument/2006/relationships/slideLayout" Target="/ppt/slideLayouts/slideLayout3.xml" Id="R3f60ae327f9b47a7" /><Relationship Type="http://schemas.openxmlformats.org/officeDocument/2006/relationships/slideLayout" Target="/ppt/slideLayouts/slideLayout4.xml" Id="R0e72d207e1df4dab" /><Relationship Type="http://schemas.openxmlformats.org/officeDocument/2006/relationships/slideLayout" Target="/ppt/slideLayouts/slideLayout5.xml" Id="R330bf90c981d4e81" /><Relationship Type="http://schemas.openxmlformats.org/officeDocument/2006/relationships/slideLayout" Target="/ppt/slideLayouts/slideLayout6.xml" Id="Re45e2861aeb24e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b117186bed4d49"/>
    <p:sldLayoutId xmlns:r="http://schemas.openxmlformats.org/officeDocument/2006/relationships" id="2147483650" r:id="R7a43d36d4d8d424b"/>
    <p:sldLayoutId xmlns:r="http://schemas.openxmlformats.org/officeDocument/2006/relationships" id="2147483651" r:id="R3f60ae327f9b47a7"/>
    <p:sldLayoutId xmlns:r="http://schemas.openxmlformats.org/officeDocument/2006/relationships" id="2147483652" r:id="R0e72d207e1df4dab"/>
    <p:sldLayoutId xmlns:r="http://schemas.openxmlformats.org/officeDocument/2006/relationships" id="2147483653" r:id="R330bf90c981d4e81"/>
    <p:sldLayoutId xmlns:r="http://schemas.openxmlformats.org/officeDocument/2006/relationships" id="2147483654" r:id="Re45e2861aeb24e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a6cb1c4bc4eed" /><Relationship Type="http://schemas.openxmlformats.org/officeDocument/2006/relationships/image" Target="/ppt/media/image.png" Id="R9e1dde64c2d54b8b" /><Relationship Type="http://schemas.openxmlformats.org/officeDocument/2006/relationships/notesSlide" Target="/ppt/notesSlides/notesSlide1.xml" Id="Rf999bc52c2874f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e63cc6116049f2" /><Relationship Type="http://schemas.openxmlformats.org/officeDocument/2006/relationships/image" Target="/ppt/media/image.jpeg" Id="R912bdd39663e4c42" /><Relationship Type="http://schemas.openxmlformats.org/officeDocument/2006/relationships/notesSlide" Target="/ppt/notesSlides/notesSlide2.xml" Id="Ra8e4c78d7d0345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864db7e094199" /><Relationship Type="http://schemas.openxmlformats.org/officeDocument/2006/relationships/notesSlide" Target="/ppt/notesSlides/notesSlide3.xml" Id="R25135fc9711d4d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1e80042f04234" /><Relationship Type="http://schemas.openxmlformats.org/officeDocument/2006/relationships/image" Target="/ppt/media/image2.png" Id="Rdcbc2a79ac534c68" /><Relationship Type="http://schemas.openxmlformats.org/officeDocument/2006/relationships/notesSlide" Target="/ppt/notesSlides/notesSlide4.xml" Id="R6e69a2356f1a4a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8d938725a4972" /><Relationship Type="http://schemas.openxmlformats.org/officeDocument/2006/relationships/notesSlide" Target="/ppt/notesSlides/notesSlide5.xml" Id="R8a4c86d1f9834f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b69d1a01e488f" /><Relationship Type="http://schemas.openxmlformats.org/officeDocument/2006/relationships/image" Target="/ppt/media/image2.jpeg" Id="R393d9221ea874220" /><Relationship Type="http://schemas.openxmlformats.org/officeDocument/2006/relationships/notesSlide" Target="/ppt/notesSlides/notesSlide6.xml" Id="Rbc939e23304341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6c244cac4441f" /><Relationship Type="http://schemas.openxmlformats.org/officeDocument/2006/relationships/image" Target="/ppt/media/image3.jpeg" Id="Reb3727bd2168427d" /><Relationship Type="http://schemas.openxmlformats.org/officeDocument/2006/relationships/notesSlide" Target="/ppt/notesSlides/notesSlide7.xml" Id="Rf6fc2760be71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24e78f2034945" /><Relationship Type="http://schemas.openxmlformats.org/officeDocument/2006/relationships/image" Target="/ppt/media/image3.png" Id="Rae86aebd4a1e493f" /><Relationship Type="http://schemas.openxmlformats.org/officeDocument/2006/relationships/notesSlide" Target="/ppt/notesSlides/notesSlide8.xml" Id="R567579bc03f44a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0938c9d314fc0" /><Relationship Type="http://schemas.openxmlformats.org/officeDocument/2006/relationships/notesSlide" Target="/ppt/notesSlides/notesSlide9.xml" Id="R38c8eadbe2c64b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2d1d429594ee6" /><Relationship Type="http://schemas.openxmlformats.org/officeDocument/2006/relationships/notesSlide" Target="/ppt/notesSlides/notesSlide10.xml" Id="R72a3ac800c6c47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28f8da0114f01" /><Relationship Type="http://schemas.openxmlformats.org/officeDocument/2006/relationships/notesSlide" Target="/ppt/notesSlides/notesSlide11.xml" Id="Rdc391ee4b7194e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1767D-06FB-4BC2-AA09-287BAABAD0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dde64c2d54b8b"/>
          <a:srcRect xmlns:a="http://schemas.openxmlformats.org/drawingml/2006/main" l="0" t="0" r="49000" b="0"/>
          <a:stretch xmlns:a="http://schemas.openxmlformats.org/drawingml/2006/main"/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4A6CF-3028-492A-8243-C1CF8998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382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AI VTUBER  /  项目答辩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3A322-325F-4A51-942B-E178830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姬岁歌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EA0C0-6761-4D12-A8C3-7A27255B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4905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让角色记住经历，</a:t>
            </a:r>
          </a:p>
          <a:p xmlns:a="http://schemas.openxmlformats.org/drawingml/2006/main">
            <a: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在游戏直播中持续回应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959AB-7869-4F3A-A915-9572D4E3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人格与记忆 · 本地语音 · Live2D · 游戏视觉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FFEEE-2F45-418B-91FA-ACF9A462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315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角色图为画师交接概念稿，正式原画与 Live2D 形象待定</a:t>
            </a:r>
          </a:p>
        </p:txBody>
      </p:sp>
    </p:spTree>
    <p:extLst>
      <p:ext uri="{BB962C8B-B14F-4D97-AF65-F5344CB8AC3E}">
        <p14:creationId xmlns:p14="http://schemas.microsoft.com/office/powerpoint/2010/main" val="714221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DB954-9E86-44E0-9C71-598DC27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78D1E-5D61-491E-A4DB-57C9E48B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现在已经能看到一场游戏直播的雏形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A61A5-D493-4CA0-BF91-85F98299A5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bdd39663e4c42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7381875" cy="43910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88127-A684-46F2-B685-F1CD221B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同屏运行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2D82C-5F20-44D1-AF22-F1F0AFF7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30003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游戏画面与目标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主播台词和语音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导演输入与任务状态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94FAF-F609-47BC-9E98-A73A8E6A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387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当前截图使用临时 Live2D 模型。</a:t>
            </a:r>
          </a:p>
          <a:p xmlns:a="http://schemas.openxmlformats.org/drawingml/2006/main">
            <a:pPr algn="l">
              <a:def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姬岁歌正式形象尚未接入。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E49D5-8399-4372-8D5B-61EF637F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素材：本机 Minecraft 联调截图，2026-10-14</a:t>
            </a:r>
          </a:p>
        </p:txBody>
      </p:sp>
    </p:spTree>
    <p:extLst>
      <p:ext uri="{BB962C8B-B14F-4D97-AF65-F5344CB8AC3E}">
        <p14:creationId xmlns:p14="http://schemas.microsoft.com/office/powerpoint/2010/main" val="1343229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B1A9C-DFE5-408C-A246-D3857E77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2D836-CD78-4DFB-8357-6BE1AC6C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从输入到直播输出的实时闭环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3CA61-4459-4198-9B51-169DC999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109D7-26A7-4158-8B88-1BBE5C73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3898F-FB57-4512-88DE-16040D45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观众与游戏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F9112-4FA3-4898-B133-841E8A8F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弹幕、语音、游戏状态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F396D-EB8D-4768-8917-AEC8B3B7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4C515-EC3B-4529-A1F1-E88BD754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A3063-E8A1-4967-8A82-82649FB1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运行协调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D912B-3961-4871-959F-4B9298A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事件排序、取消、调度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B8E82-9B8D-44E2-ABC0-BFBEB22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6E30B-6AF8-4483-8A44-3E46049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6C1AC-1336-494E-A22F-0F2A5DBE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角色大脑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180D4-3186-4021-B368-3CC4DF95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人格、情绪、记忆检索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87E8A-0256-437E-9EFA-7884762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AD786-F1F3-4698-8CD3-7A81B261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C2EB1-71D4-432A-879A-B106463C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模型决策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7E1D2-06E9-4AD3-B9DF-C2D11CDF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本地 Qwen 或兼容接口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4FC68-454B-4BB8-A792-27E34840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AF60E-AF42-4F7D-AD50-15A6B08A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4283F-913B-47C2-B746-1468B854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直播呈现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2C58B-460D-4262-BB3B-491C229E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语音、字幕、Live2D、OBS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2A63E-7A52-40F8-BF82-4C1EA7A0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旁路控制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F871F-2035-4B73-B323-BE782DAA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38750"/>
            <a:ext cx="918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导演工作台可查看状态、审核记忆、介入任务；异常时允许取消或降级。</a:t>
            </a:r>
          </a:p>
        </p:txBody>
      </p:sp>
    </p:spTree>
    <p:extLst>
      <p:ext uri="{BB962C8B-B14F-4D97-AF65-F5344CB8AC3E}">
        <p14:creationId xmlns:p14="http://schemas.microsoft.com/office/powerpoint/2010/main" val="1229586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329C1-28E8-40B4-A957-F33A8EE1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E485F-9B94-4405-878A-331B7A0C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人格的稳定性来自状态与记忆分层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337B0-699C-46B1-AF5F-D9B2E1BC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F93E0-4C2D-4163-919F-2C1623A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289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稳定人格维度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F124C-D9A4-4AD7-8D3B-CEB2F8C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D809-FBFC-4F36-B667-8341B4F6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289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动态情绪与关系状态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4976E-91E6-4648-91D2-355792FC2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c2a79ac534c68"/>
          <a:stretch xmlns:a="http://schemas.openxmlformats.org/drawingml/2006/main"/>
        </p:blipFill>
        <p:spPr>
          <a:xfrm xmlns:a="http://schemas.openxmlformats.org/drawingml/2006/main">
            <a:off x="6762750" y="1771650"/>
            <a:ext cx="4819650" cy="3295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F50C8-82D0-4251-9DC5-F6532F05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43450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长期记忆进入 SQLite 前保留审核；单条弹幕不会直接改写人格。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8A203-B35E-4BE0-96EF-DF5E5F7D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工作台实拍：诊断页显示运行状态；维度数量来自项目设计与实现记录</a:t>
            </a:r>
          </a:p>
        </p:txBody>
      </p:sp>
    </p:spTree>
    <p:extLst>
      <p:ext uri="{BB962C8B-B14F-4D97-AF65-F5344CB8AC3E}">
        <p14:creationId xmlns:p14="http://schemas.microsoft.com/office/powerpoint/2010/main" val="1934008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AFC9-403E-43E9-9622-6BDDAC53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1617D-664B-439D-9F83-93293BE2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姬岁歌的角色设定服务于长期直播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6E1EA-F4CB-4874-9B8E-2DFD1E15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649FC-0210-457E-ACA3-85864B81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81175"/>
            <a:ext cx="4333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岁歌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1AE4B-ED5F-40BA-B326-428D839C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800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从人工智能中醒来，通过游戏和交流认识人类，持续追问“我是谁”。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0CFA9-53FA-45FB-B9D0-C2798FB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听潮记岁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A1B5C-65C6-4186-818B-14A7E9A0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认真观察，珍惜经历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6D45E-2EFF-4D4F-A3CA-19758F8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72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守潮成歌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EA2F2-71DA-4B1C-9E08-7C7F2081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主动选择，守住边界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5D717-8449-4F21-9953-FCB4F73D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两位虚构人格为创作与未来训练目标，当前系统尚无独立双人格权重</a:t>
            </a:r>
          </a:p>
        </p:txBody>
      </p:sp>
    </p:spTree>
    <p:extLst>
      <p:ext uri="{BB962C8B-B14F-4D97-AF65-F5344CB8AC3E}">
        <p14:creationId xmlns:p14="http://schemas.microsoft.com/office/powerpoint/2010/main" val="354577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5EF8F-6D91-458E-A865-EFEF9ADD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97E7A-61C5-40DC-AE56-BAAC264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语音与舞台已形成可切换的链路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249B7-E047-40FD-AA1B-37D491B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123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94B9B-76A1-418C-90B9-A8D23FC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85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SenseVoice 接收本地语音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83269-E5DE-4018-9DCD-3A179E85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123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B7D00-C113-4EA9-8F95-4D08CCDF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GPT-SoVITS 或浏览器语音输出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83A80-D9EC-40DC-B462-4D66438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123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8C391-B007-4347-9B7E-3D804607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字幕、嘴型与 Live2D 同步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D17B7-F68D-4A9F-AFB4-F9F4BD804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d9221ea874220"/>
          <a:stretch xmlns:a="http://schemas.openxmlformats.org/drawingml/2006/main"/>
        </p:blipFill>
        <p:spPr>
          <a:xfrm xmlns:a="http://schemas.openxmlformats.org/drawingml/2006/main">
            <a:off x="6629400" y="1724025"/>
            <a:ext cx="4933950" cy="3810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E38F6-68B0-45AB-BEC2-8A964508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右侧为本机联调截图；角色模型与配音素材仍需核实授权</a:t>
            </a:r>
          </a:p>
        </p:txBody>
      </p:sp>
    </p:spTree>
    <p:extLst>
      <p:ext uri="{BB962C8B-B14F-4D97-AF65-F5344CB8AC3E}">
        <p14:creationId xmlns:p14="http://schemas.microsoft.com/office/powerpoint/2010/main" val="5770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FBE04-EE4D-4311-862D-CB018FEC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3F16D-99E8-4529-9340-712F6181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Minecraft：模型选动作，受限技能负责执行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B1710-8BAF-4A03-A83F-5CCE40950F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727bd2168427d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7239000" cy="42957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AE3CE-D69F-4C92-A6A8-04FA6B17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8597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E89B2-D850-4107-A872-31142A33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读取状态与目标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5403-79B8-4048-A7B7-52F07F4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5277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8670F-D497-41EA-A53E-2780B87D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Qwen 输出受约束的动作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D862A-78E2-4F7C-9561-ED852935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83C14-7097-4959-B5C8-CDE00E3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按库存、位移或结果记录成败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A1259-F5BF-4438-8DC0-411F60C4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局部闭环可运行；尚未通过无人值守生存和进入下界的验收</a:t>
            </a:r>
          </a:p>
        </p:txBody>
      </p:sp>
    </p:spTree>
    <p:extLst>
      <p:ext uri="{BB962C8B-B14F-4D97-AF65-F5344CB8AC3E}">
        <p14:creationId xmlns:p14="http://schemas.microsoft.com/office/powerpoint/2010/main" val="1303157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85CC2-BA9E-4D01-9DED-DA7341CC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A53B8-2EE0-4369-84CF-C0E28FF6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导演工作台让直播过程可观察、可介入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2A65E-AB1A-4888-AD44-C2A687D16E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6aebd4a1e493f"/>
          <a:stretch xmlns:a="http://schemas.openxmlformats.org/drawingml/2006/main"/>
        </p:blipFill>
        <p:spPr>
          <a:xfrm xmlns:a="http://schemas.openxmlformats.org/drawingml/2006/main">
            <a:off x="619125" y="1733550"/>
            <a:ext cx="7591425" cy="42957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E1705-8852-4771-8416-A2F33845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33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记忆审核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F76E9-55EB-4566-92D4-D2C62DD1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33650"/>
            <a:ext cx="2924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查看候选与纠错记录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DFEE3-C180-4F07-A8A9-BB2FEA66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2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大脑诊断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28E76-3462-4E45-B066-BA883583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52850"/>
            <a:ext cx="2924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查看状态与回复策略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E6818-C95D-4E7F-A616-71EA01D1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72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直播运行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5EF5E-BDD8-48DF-A364-B64A539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972050"/>
            <a:ext cx="2924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模拟事件、OBS 场景控制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EA23F-1449-4117-B033-1722DD19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工作台实拍；B 站正式长连接仍依赖开放平台凭据与权限</a:t>
            </a:r>
          </a:p>
        </p:txBody>
      </p:sp>
    </p:spTree>
    <p:extLst>
      <p:ext uri="{BB962C8B-B14F-4D97-AF65-F5344CB8AC3E}">
        <p14:creationId xmlns:p14="http://schemas.microsoft.com/office/powerpoint/2010/main" val="1200826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56082-3A33-4C6E-9FB8-EDC4E44F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19626-118B-4DBD-BA3C-96D817D8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模型训练完成了，但候选权重按实机问题回退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D394B-922B-4A8A-899E-7DDB4E1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33600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57 / 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C7B02-58F9-4625-B527-CB486F88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v4r1 与 v6r1 在同一开发集上均输出有效格式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A87FD-7C91-48E5-8594-7FA61EF5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24075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20 / 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4927F-5140-45A4-9B40-2ED1BD79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765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v4r1 可接受动作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2829B-FCD7-45FB-B378-50821CF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24 / 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7FBC4-687E-4106-A0A9-17161107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v6r1 可接受动作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CF8E1-224A-4D3B-A6E9-8A963A1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仍保留 v4r1：v6r1 出现材料不足却请求制作等关键回退。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385E6-965A-46F5-AC86-797927C9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3246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同一冻结开发输入的直接推理；不是直播成功率</a:t>
            </a:r>
          </a:p>
        </p:txBody>
      </p:sp>
    </p:spTree>
    <p:extLst>
      <p:ext uri="{BB962C8B-B14F-4D97-AF65-F5344CB8AC3E}">
        <p14:creationId xmlns:p14="http://schemas.microsoft.com/office/powerpoint/2010/main" val="1255585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7EA18-7223-4D36-9C94-ED4578E7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ADBB8-65BD-4934-9DC7-5675E680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运行依赖围绕一台 Windows 主机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4DFFF-8FE7-4EAC-9143-F92A58E7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10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ADD44-CCC4-4728-B641-4C6C0526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RTX 5080 台式机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F4177-B545-4587-BD01-EE23F65B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Node 服务、导演工作台、直播画面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CD663-88DA-408F-A6A9-C271063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本地 Qwen 3.5 4B、语音与视觉服务</a:t>
            </a:r>
          </a:p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按显存和任务负载分别调度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9F5A7-EBD7-4BE3-8B13-9ECBD33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56292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FA9F9-0D28-49F8-A22A-911B0614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可选：RTX 5070 笔记本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3C445-7E66-43D3-B21A-64ACC5A9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离线时主机应能降级运行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4E809-DC59-48BB-89F5-61350684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29025"/>
            <a:ext cx="56292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1FE4F-63A6-4AC3-80CA-54380772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外部：双 RTX 6000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105FB-EED3-4067-94A6-D812C5AE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用于训练与评测，不是直播必需节点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133C7-757C-438A-A08B-CBE589FE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43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模型权重、GPT-SoVITS 服务和密钥在仓库外配置。</a:t>
            </a:r>
          </a:p>
        </p:txBody>
      </p:sp>
    </p:spTree>
    <p:extLst>
      <p:ext uri="{BB962C8B-B14F-4D97-AF65-F5344CB8AC3E}">
        <p14:creationId xmlns:p14="http://schemas.microsoft.com/office/powerpoint/2010/main" val="2490826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27DEC-584C-4CD8-8C6C-96C2F227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C9FC0-FE48-4B5A-980C-933C6B8C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下一步：把可运行原型变成可验收的主播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20E3B-B393-4438-895E-200921F8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现在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BF7BA-A895-4477-A7FB-57ECFE9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500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对话、情绪记忆、语音、Live2D 舞台、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导演工作台与部分游戏闭环已接入。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02EF9-BC2B-49E5-8EF5-B96C3E1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接下来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2E14E-05E0-4FF3-A3E7-B113D09E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完成姬岁歌正式美术和授权；验证双人格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运行方案；用真实直播场景检查稳定性。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4CC55-A49E-4068-A748-054E1B10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当前边界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32EC1-C1D1-40B5-AFE6-BA48274B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歌唱模块未开发。B 站正式长连接和长期无人值守游戏仍待验证。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2253F-60F1-4F3A-B261-3873C07E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项目资料截止 2026-10-14；答辩时应以现场可复现结果为准</a:t>
            </a:r>
          </a:p>
        </p:txBody>
      </p:sp>
    </p:spTree>
    <p:extLst>
      <p:ext uri="{BB962C8B-B14F-4D97-AF65-F5344CB8AC3E}">
        <p14:creationId xmlns:p14="http://schemas.microsoft.com/office/powerpoint/2010/main" val="2021981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2026-10-14T15:16:48.7500000Z</dcterms:created>
  <dcterms:modified xsi:type="dcterms:W3CDTF">2026-10-14T15:16:48.7500000Z</dcterms:modified>
</coreProperties>
</file>